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crew which knot they already know before starting.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rabbit comes out of the hole, round the tree and back down the hole. Pirates call it the king of knots.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can slip under a changing load: back it up with two half hitches.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over left, then left over right. Never use it to join two different ropes.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it at the end of every sheet so it can't run out of the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Knots every pirate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knots, from the easiest to the most useful.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Bowline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Makes a fixed loop at the end of a line that won't slip.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Clove hitch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Ties a line to a post quickly; easy to adjust.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Reef knot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Joins two ends of the same line, for reefing sails.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stopper knot at the end of a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